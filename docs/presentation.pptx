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24384000" cy="13716000"/>
  <p:notesSz cx="6858000" cy="9144000"/>
  <p:embeddedFontLst>
    <p:embeddedFont>
      <p:font typeface="Aileron SemiBold"/>
      <p:bold r:id="rId57"/>
    </p:embeddedFont>
    <p:embeddedFont>
      <p:font typeface="Aileron"/>
      <p:regular r:id="rId58"/>
    </p:embeddedFont>
    <p:embeddedFont>
      <p:font typeface="Aileron Light"/>
      <p:regular r:id="rId59"/>
    </p:embeddedFont>
    <p:embeddedFont>
      <p:font typeface="Aileron Bold"/>
      <p:bold r:id="rId60"/>
    </p:embeddedFont>
    <p:embeddedFont>
      <p:font typeface="Pretendard Regular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fonts/font1.fntdata" Type="http://schemas.openxmlformats.org/officeDocument/2006/relationships/font"/><Relationship Id="rId58" Target="fonts/font2.fntdata" Type="http://schemas.openxmlformats.org/officeDocument/2006/relationships/font"/><Relationship Id="rId59" Target="fonts/font3.fntdata" Type="http://schemas.openxmlformats.org/officeDocument/2006/relationships/font"/><Relationship Id="rId6" Target="slides/slide1.xml" Type="http://schemas.openxmlformats.org/officeDocument/2006/relationships/slide"/><Relationship Id="rId60" Target="fonts/font4.fntdata" Type="http://schemas.openxmlformats.org/officeDocument/2006/relationships/font"/><Relationship Id="rId61" Target="fonts/font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png" Type="http://schemas.openxmlformats.org/officeDocument/2006/relationships/image"/><Relationship Id="rId19" Target="../media/image27.png" Type="http://schemas.openxmlformats.org/officeDocument/2006/relationships/image"/><Relationship Id="rId2" Target="../media/image10.png" Type="http://schemas.openxmlformats.org/officeDocument/2006/relationships/image"/><Relationship Id="rId20" Target="../media/image28.png" Type="http://schemas.openxmlformats.org/officeDocument/2006/relationships/image"/><Relationship Id="rId21" Target="../media/image29.png" Type="http://schemas.openxmlformats.org/officeDocument/2006/relationships/image"/><Relationship Id="rId22" Target="../media/image30.png" Type="http://schemas.openxmlformats.org/officeDocument/2006/relationships/image"/><Relationship Id="rId23" Target="../media/image31.png" Type="http://schemas.openxmlformats.org/officeDocument/2006/relationships/image"/><Relationship Id="rId24" Target="../media/image32.png" Type="http://schemas.openxmlformats.org/officeDocument/2006/relationships/image"/><Relationship Id="rId25" Target="../media/image33.png" Type="http://schemas.openxmlformats.org/officeDocument/2006/relationships/image"/><Relationship Id="rId26" Target="../media/image34.png" Type="http://schemas.openxmlformats.org/officeDocument/2006/relationships/image"/><Relationship Id="rId27" Target="../media/image35.png" Type="http://schemas.openxmlformats.org/officeDocument/2006/relationships/image"/><Relationship Id="rId28" Target="../media/image36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12" Target="../media/image52.png" Type="http://schemas.openxmlformats.org/officeDocument/2006/relationships/image"/><Relationship Id="rId13" Target="../media/image53.png" Type="http://schemas.openxmlformats.org/officeDocument/2006/relationships/image"/><Relationship Id="rId14" Target="../media/image54.png" Type="http://schemas.openxmlformats.org/officeDocument/2006/relationships/image"/><Relationship Id="rId15" Target="../media/image55.png" Type="http://schemas.openxmlformats.org/officeDocument/2006/relationships/image"/><Relationship Id="rId16" Target="../media/image56.png" Type="http://schemas.openxmlformats.org/officeDocument/2006/relationships/image"/><Relationship Id="rId17" Target="../media/image57.png" Type="http://schemas.openxmlformats.org/officeDocument/2006/relationships/image"/><Relationship Id="rId18" Target="../media/image58.png" Type="http://schemas.openxmlformats.org/officeDocument/2006/relationships/image"/><Relationship Id="rId19" Target="../media/image59.png" Type="http://schemas.openxmlformats.org/officeDocument/2006/relationships/image"/><Relationship Id="rId2" Target="../media/image43.png" Type="http://schemas.openxmlformats.org/officeDocument/2006/relationships/image"/><Relationship Id="rId20" Target="../media/image60.png" Type="http://schemas.openxmlformats.org/officeDocument/2006/relationships/image"/><Relationship Id="rId21" Target="../media/image61.png" Type="http://schemas.openxmlformats.org/officeDocument/2006/relationships/image"/><Relationship Id="rId22" Target="../media/image62.png" Type="http://schemas.openxmlformats.org/officeDocument/2006/relationships/image"/><Relationship Id="rId23" Target="../media/image63.png" Type="http://schemas.openxmlformats.org/officeDocument/2006/relationships/image"/><Relationship Id="rId24" Target="../media/image64.png" Type="http://schemas.openxmlformats.org/officeDocument/2006/relationships/image"/><Relationship Id="rId25" Target="../media/image65.png" Type="http://schemas.openxmlformats.org/officeDocument/2006/relationships/image"/><Relationship Id="rId26" Target="../media/image66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44.png" Type="http://schemas.openxmlformats.org/officeDocument/2006/relationships/image"/><Relationship Id="rId4" Target="../media/image68.png" Type="http://schemas.openxmlformats.org/officeDocument/2006/relationships/image"/><Relationship Id="rId5" Target="../media/image53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38.png" Type="http://schemas.openxmlformats.org/officeDocument/2006/relationships/image"/><Relationship Id="rId4" Target="../media/image73.png" Type="http://schemas.openxmlformats.org/officeDocument/2006/relationships/image"/><Relationship Id="rId5" Target="../media/image53.png" Type="http://schemas.openxmlformats.org/officeDocument/2006/relationships/image"/><Relationship Id="rId6" Target="../media/image74.png" Type="http://schemas.openxmlformats.org/officeDocument/2006/relationships/image"/><Relationship Id="rId7" Target="../media/image70.png" Type="http://schemas.openxmlformats.org/officeDocument/2006/relationships/image"/><Relationship Id="rId8" Target="../media/image7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53.png" Type="http://schemas.openxmlformats.org/officeDocument/2006/relationships/image"/><Relationship Id="rId6" Target="../media/image77.png" Type="http://schemas.openxmlformats.org/officeDocument/2006/relationships/image"/><Relationship Id="rId7" Target="../media/image70.png" Type="http://schemas.openxmlformats.org/officeDocument/2006/relationships/image"/><Relationship Id="rId8" Target="../media/image7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53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png" Type="http://schemas.openxmlformats.org/officeDocument/2006/relationships/image"/><Relationship Id="rId13" Target="../media/image104.png" Type="http://schemas.openxmlformats.org/officeDocument/2006/relationships/image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11" Target="../media/image101.png" Type="http://schemas.openxmlformats.org/officeDocument/2006/relationships/image"/><Relationship Id="rId12" Target="../media/image111.png" Type="http://schemas.openxmlformats.org/officeDocument/2006/relationships/image"/><Relationship Id="rId2" Target="../media/image82.png" Type="http://schemas.openxmlformats.org/officeDocument/2006/relationships/image"/><Relationship Id="rId3" Target="../media/image105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06.png" Type="http://schemas.openxmlformats.org/officeDocument/2006/relationships/image"/><Relationship Id="rId7" Target="../media/image107.png" Type="http://schemas.openxmlformats.org/officeDocument/2006/relationships/image"/><Relationship Id="rId8" Target="../media/image108.pn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png" Type="http://schemas.openxmlformats.org/officeDocument/2006/relationships/image"/><Relationship Id="rId12" Target="../media/image101.png" Type="http://schemas.openxmlformats.org/officeDocument/2006/relationships/image"/><Relationship Id="rId2" Target="../media/image112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13.png" Type="http://schemas.openxmlformats.org/officeDocument/2006/relationships/image"/><Relationship Id="rId7" Target="../media/image114.png" Type="http://schemas.openxmlformats.org/officeDocument/2006/relationships/image"/><Relationship Id="rId8" Target="../media/image115.pn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png" Type="http://schemas.openxmlformats.org/officeDocument/2006/relationships/image"/><Relationship Id="rId11" Target="../media/image125.png" Type="http://schemas.openxmlformats.org/officeDocument/2006/relationships/image"/><Relationship Id="rId12" Target="../media/image126.png" Type="http://schemas.openxmlformats.org/officeDocument/2006/relationships/image"/><Relationship Id="rId2" Target="../media/image119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20.png" Type="http://schemas.openxmlformats.org/officeDocument/2006/relationships/image"/><Relationship Id="rId7" Target="../media/image121.png" Type="http://schemas.openxmlformats.org/officeDocument/2006/relationships/image"/><Relationship Id="rId8" Target="../media/image122.png" Type="http://schemas.openxmlformats.org/officeDocument/2006/relationships/image"/><Relationship Id="rId9" Target="../media/image1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png" Type="http://schemas.openxmlformats.org/officeDocument/2006/relationships/image"/><Relationship Id="rId12" Target="../media/image133.png" Type="http://schemas.openxmlformats.org/officeDocument/2006/relationships/image"/><Relationship Id="rId13" Target="../media/image134.png" Type="http://schemas.openxmlformats.org/officeDocument/2006/relationships/image"/><Relationship Id="rId14" Target="../media/image135.png" Type="http://schemas.openxmlformats.org/officeDocument/2006/relationships/image"/><Relationship Id="rId2" Target="../media/image127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20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136.png" Type="http://schemas.openxmlformats.org/officeDocument/2006/relationships/image"/><Relationship Id="rId7" Target="../media/image137.png" Type="http://schemas.openxmlformats.org/officeDocument/2006/relationships/image"/><Relationship Id="rId8" Target="../media/image1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40.png" Type="http://schemas.openxmlformats.org/officeDocument/2006/relationships/image"/><Relationship Id="rId7" Target="../media/image14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png" Type="http://schemas.openxmlformats.org/officeDocument/2006/relationships/image"/><Relationship Id="rId12" Target="../media/image149.png" Type="http://schemas.openxmlformats.org/officeDocument/2006/relationships/image"/><Relationship Id="rId2" Target="../media/image142.png" Type="http://schemas.openxmlformats.org/officeDocument/2006/relationships/image"/><Relationship Id="rId3" Target="../media/image143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44.png" Type="http://schemas.openxmlformats.org/officeDocument/2006/relationships/image"/><Relationship Id="rId7" Target="../media/image98.png" Type="http://schemas.openxmlformats.org/officeDocument/2006/relationships/image"/><Relationship Id="rId8" Target="../media/image145.png" Type="http://schemas.openxmlformats.org/officeDocument/2006/relationships/image"/><Relationship Id="rId9" Target="../media/image14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50.png" Type="http://schemas.openxmlformats.org/officeDocument/2006/relationships/image"/><Relationship Id="rId7" Target="../media/image151.png" Type="http://schemas.openxmlformats.org/officeDocument/2006/relationships/image"/><Relationship Id="rId8" Target="../media/image152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8.png" Type="http://schemas.openxmlformats.org/officeDocument/2006/relationships/image"/><Relationship Id="rId11" Target="../media/image159.png" Type="http://schemas.openxmlformats.org/officeDocument/2006/relationships/image"/><Relationship Id="rId12" Target="../media/image160.png" Type="http://schemas.openxmlformats.org/officeDocument/2006/relationships/image"/><Relationship Id="rId13" Target="../media/image161.png" Type="http://schemas.openxmlformats.org/officeDocument/2006/relationships/image"/><Relationship Id="rId14" Target="../media/image162.png" Type="http://schemas.openxmlformats.org/officeDocument/2006/relationships/image"/><Relationship Id="rId15" Target="../media/image163.png" Type="http://schemas.openxmlformats.org/officeDocument/2006/relationships/image"/><Relationship Id="rId2" Target="../media/image153.png" Type="http://schemas.openxmlformats.org/officeDocument/2006/relationships/image"/><Relationship Id="rId3" Target="../media/image15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55.png" Type="http://schemas.openxmlformats.org/officeDocument/2006/relationships/image"/><Relationship Id="rId7" Target="../media/image107.png" Type="http://schemas.openxmlformats.org/officeDocument/2006/relationships/image"/><Relationship Id="rId8" Target="../media/image156.png" Type="http://schemas.openxmlformats.org/officeDocument/2006/relationships/image"/><Relationship Id="rId9" Target="../media/image15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7.png" Type="http://schemas.openxmlformats.org/officeDocument/2006/relationships/image"/><Relationship Id="rId11" Target="../media/image168.png" Type="http://schemas.openxmlformats.org/officeDocument/2006/relationships/image"/><Relationship Id="rId12" Target="../media/image169.png" Type="http://schemas.openxmlformats.org/officeDocument/2006/relationships/image"/><Relationship Id="rId2" Target="../media/image76.png" Type="http://schemas.openxmlformats.org/officeDocument/2006/relationships/image"/><Relationship Id="rId3" Target="../media/image16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55.png" Type="http://schemas.openxmlformats.org/officeDocument/2006/relationships/image"/><Relationship Id="rId7" Target="../media/image165.png" Type="http://schemas.openxmlformats.org/officeDocument/2006/relationships/image"/><Relationship Id="rId8" Target="../media/image166.png" Type="http://schemas.openxmlformats.org/officeDocument/2006/relationships/image"/><Relationship Id="rId9" Target="../media/image16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4.png" Type="http://schemas.openxmlformats.org/officeDocument/2006/relationships/image"/><Relationship Id="rId11" Target="../media/image101.png" Type="http://schemas.openxmlformats.org/officeDocument/2006/relationships/image"/><Relationship Id="rId2" Target="../media/image8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70.png" Type="http://schemas.openxmlformats.org/officeDocument/2006/relationships/image"/><Relationship Id="rId7" Target="../media/image171.png" Type="http://schemas.openxmlformats.org/officeDocument/2006/relationships/image"/><Relationship Id="rId8" Target="../media/image172.png" Type="http://schemas.openxmlformats.org/officeDocument/2006/relationships/image"/><Relationship Id="rId9" Target="../media/image17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8.png" Type="http://schemas.openxmlformats.org/officeDocument/2006/relationships/image"/><Relationship Id="rId11" Target="../media/image179.png" Type="http://schemas.openxmlformats.org/officeDocument/2006/relationships/image"/><Relationship Id="rId12" Target="../media/image180.png" Type="http://schemas.openxmlformats.org/officeDocument/2006/relationships/image"/><Relationship Id="rId2" Target="../media/image8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75.png" Type="http://schemas.openxmlformats.org/officeDocument/2006/relationships/image"/><Relationship Id="rId7" Target="../media/image176.png" Type="http://schemas.openxmlformats.org/officeDocument/2006/relationships/image"/><Relationship Id="rId8" Target="../media/image177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4.png" Type="http://schemas.openxmlformats.org/officeDocument/2006/relationships/image"/><Relationship Id="rId11" Target="../media/image185.png" Type="http://schemas.openxmlformats.org/officeDocument/2006/relationships/image"/><Relationship Id="rId12" Target="../media/image186.png" Type="http://schemas.openxmlformats.org/officeDocument/2006/relationships/image"/><Relationship Id="rId13" Target="../media/image187.png" Type="http://schemas.openxmlformats.org/officeDocument/2006/relationships/image"/><Relationship Id="rId14" Target="../media/image188.png" Type="http://schemas.openxmlformats.org/officeDocument/2006/relationships/image"/><Relationship Id="rId15" Target="../media/image189.png" Type="http://schemas.openxmlformats.org/officeDocument/2006/relationships/image"/><Relationship Id="rId16" Target="../media/image190.png" Type="http://schemas.openxmlformats.org/officeDocument/2006/relationships/image"/><Relationship Id="rId2" Target="../media/image181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75.png" Type="http://schemas.openxmlformats.org/officeDocument/2006/relationships/image"/><Relationship Id="rId7" Target="../media/image182.png" Type="http://schemas.openxmlformats.org/officeDocument/2006/relationships/image"/><Relationship Id="rId8" Target="../media/image131.png" Type="http://schemas.openxmlformats.org/officeDocument/2006/relationships/image"/><Relationship Id="rId9" Target="../media/image18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2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191.png" Type="http://schemas.openxmlformats.org/officeDocument/2006/relationships/image"/><Relationship Id="rId7" Target="../media/image192.png" Type="http://schemas.openxmlformats.org/officeDocument/2006/relationships/image"/><Relationship Id="rId8" Target="../media/image19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4.png" Type="http://schemas.openxmlformats.org/officeDocument/2006/relationships/image"/><Relationship Id="rId3" Target="../media/image88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195.png" Type="http://schemas.openxmlformats.org/officeDocument/2006/relationships/image"/><Relationship Id="rId7" Target="../media/image19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3.png" Type="http://schemas.openxmlformats.org/officeDocument/2006/relationships/image"/><Relationship Id="rId11" Target="../media/image204.png" Type="http://schemas.openxmlformats.org/officeDocument/2006/relationships/image"/><Relationship Id="rId12" Target="../media/image205.png" Type="http://schemas.openxmlformats.org/officeDocument/2006/relationships/image"/><Relationship Id="rId2" Target="../media/image197.png" Type="http://schemas.openxmlformats.org/officeDocument/2006/relationships/image"/><Relationship Id="rId3" Target="../media/image19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199.png" Type="http://schemas.openxmlformats.org/officeDocument/2006/relationships/image"/><Relationship Id="rId7" Target="../media/image200.png" Type="http://schemas.openxmlformats.org/officeDocument/2006/relationships/image"/><Relationship Id="rId8" Target="../media/image201.png" Type="http://schemas.openxmlformats.org/officeDocument/2006/relationships/image"/><Relationship Id="rId9" Target="../media/image20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0.png" Type="http://schemas.openxmlformats.org/officeDocument/2006/relationships/image"/><Relationship Id="rId11" Target="../media/image211.png" Type="http://schemas.openxmlformats.org/officeDocument/2006/relationships/image"/><Relationship Id="rId2" Target="../media/image8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206.png" Type="http://schemas.openxmlformats.org/officeDocument/2006/relationships/image"/><Relationship Id="rId7" Target="../media/image207.png" Type="http://schemas.openxmlformats.org/officeDocument/2006/relationships/image"/><Relationship Id="rId8" Target="../media/image208.png" Type="http://schemas.openxmlformats.org/officeDocument/2006/relationships/image"/><Relationship Id="rId9" Target="../media/image20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7.png" Type="http://schemas.openxmlformats.org/officeDocument/2006/relationships/image"/><Relationship Id="rId11" Target="../media/image218.png" Type="http://schemas.openxmlformats.org/officeDocument/2006/relationships/image"/><Relationship Id="rId12" Target="../media/image219.png" Type="http://schemas.openxmlformats.org/officeDocument/2006/relationships/image"/><Relationship Id="rId2" Target="../media/image82.png" Type="http://schemas.openxmlformats.org/officeDocument/2006/relationships/image"/><Relationship Id="rId3" Target="../media/image212.png" Type="http://schemas.openxmlformats.org/officeDocument/2006/relationships/image"/><Relationship Id="rId4" Target="../media/image73.png" Type="http://schemas.openxmlformats.org/officeDocument/2006/relationships/image"/><Relationship Id="rId5" Target="../media/image92.png" Type="http://schemas.openxmlformats.org/officeDocument/2006/relationships/image"/><Relationship Id="rId6" Target="../media/image213.png" Type="http://schemas.openxmlformats.org/officeDocument/2006/relationships/image"/><Relationship Id="rId7" Target="../media/image214.png" Type="http://schemas.openxmlformats.org/officeDocument/2006/relationships/image"/><Relationship Id="rId8" Target="../media/image215.png" Type="http://schemas.openxmlformats.org/officeDocument/2006/relationships/image"/><Relationship Id="rId9" Target="../media/image21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7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213.png" Type="http://schemas.openxmlformats.org/officeDocument/2006/relationships/image"/><Relationship Id="rId7" Target="../media/image220.png" Type="http://schemas.openxmlformats.org/officeDocument/2006/relationships/image"/><Relationship Id="rId8" Target="../media/image221.png" Type="http://schemas.openxmlformats.org/officeDocument/2006/relationships/image"/><Relationship Id="rId9" Target="../media/image22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7.png" Type="http://schemas.openxmlformats.org/officeDocument/2006/relationships/image"/><Relationship Id="rId11" Target="../media/image228.png" Type="http://schemas.openxmlformats.org/officeDocument/2006/relationships/image"/><Relationship Id="rId12" Target="../media/image229.png" Type="http://schemas.openxmlformats.org/officeDocument/2006/relationships/image"/><Relationship Id="rId13" Target="../media/image230.png" Type="http://schemas.openxmlformats.org/officeDocument/2006/relationships/image"/><Relationship Id="rId14" Target="../media/image231.png" Type="http://schemas.openxmlformats.org/officeDocument/2006/relationships/image"/><Relationship Id="rId2" Target="../media/image153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223.png" Type="http://schemas.openxmlformats.org/officeDocument/2006/relationships/image"/><Relationship Id="rId7" Target="../media/image224.png" Type="http://schemas.openxmlformats.org/officeDocument/2006/relationships/image"/><Relationship Id="rId8" Target="../media/image225.png" Type="http://schemas.openxmlformats.org/officeDocument/2006/relationships/image"/><Relationship Id="rId9" Target="../media/image22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2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223.png" Type="http://schemas.openxmlformats.org/officeDocument/2006/relationships/image"/><Relationship Id="rId7" Target="../media/image233.png" Type="http://schemas.openxmlformats.org/officeDocument/2006/relationships/image"/><Relationship Id="rId8" Target="../media/image234.png" Type="http://schemas.openxmlformats.org/officeDocument/2006/relationships/image"/><Relationship Id="rId9" Target="../media/image23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2.png" Type="http://schemas.openxmlformats.org/officeDocument/2006/relationships/image"/><Relationship Id="rId11" Target="../media/image243.png" Type="http://schemas.openxmlformats.org/officeDocument/2006/relationships/image"/><Relationship Id="rId12" Target="../media/image244.png" Type="http://schemas.openxmlformats.org/officeDocument/2006/relationships/image"/><Relationship Id="rId13" Target="../media/image245.png" Type="http://schemas.openxmlformats.org/officeDocument/2006/relationships/image"/><Relationship Id="rId14" Target="../media/image246.png" Type="http://schemas.openxmlformats.org/officeDocument/2006/relationships/image"/><Relationship Id="rId15" Target="../media/image247.png" Type="http://schemas.openxmlformats.org/officeDocument/2006/relationships/image"/><Relationship Id="rId16" Target="../media/image235.png" Type="http://schemas.openxmlformats.org/officeDocument/2006/relationships/image"/><Relationship Id="rId17" Target="../media/image248.png" Type="http://schemas.openxmlformats.org/officeDocument/2006/relationships/image"/><Relationship Id="rId18" Target="../media/image249.png" Type="http://schemas.openxmlformats.org/officeDocument/2006/relationships/image"/><Relationship Id="rId19" Target="../media/image250.png" Type="http://schemas.openxmlformats.org/officeDocument/2006/relationships/image"/><Relationship Id="rId2" Target="../media/image236.png" Type="http://schemas.openxmlformats.org/officeDocument/2006/relationships/image"/><Relationship Id="rId3" Target="../media/image237.png" Type="http://schemas.openxmlformats.org/officeDocument/2006/relationships/image"/><Relationship Id="rId4" Target="../media/image12.png" Type="http://schemas.openxmlformats.org/officeDocument/2006/relationships/image"/><Relationship Id="rId5" Target="../media/image92.png" Type="http://schemas.openxmlformats.org/officeDocument/2006/relationships/image"/><Relationship Id="rId6" Target="../media/image238.png" Type="http://schemas.openxmlformats.org/officeDocument/2006/relationships/image"/><Relationship Id="rId7" Target="../media/image239.png" Type="http://schemas.openxmlformats.org/officeDocument/2006/relationships/image"/><Relationship Id="rId8" Target="../media/image240.png" Type="http://schemas.openxmlformats.org/officeDocument/2006/relationships/image"/><Relationship Id="rId9" Target="../media/image24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7.png" Type="http://schemas.openxmlformats.org/officeDocument/2006/relationships/image"/><Relationship Id="rId11" Target="../media/image258.png" Type="http://schemas.openxmlformats.org/officeDocument/2006/relationships/image"/><Relationship Id="rId12" Target="../media/image259.png" Type="http://schemas.openxmlformats.org/officeDocument/2006/relationships/image"/><Relationship Id="rId13" Target="../media/image260.png" Type="http://schemas.openxmlformats.org/officeDocument/2006/relationships/image"/><Relationship Id="rId14" Target="../media/image261.png" Type="http://schemas.openxmlformats.org/officeDocument/2006/relationships/image"/><Relationship Id="rId15" Target="../media/image262.png" Type="http://schemas.openxmlformats.org/officeDocument/2006/relationships/image"/><Relationship Id="rId16" Target="../media/image263.png" Type="http://schemas.openxmlformats.org/officeDocument/2006/relationships/image"/><Relationship Id="rId17" Target="../media/image264.png" Type="http://schemas.openxmlformats.org/officeDocument/2006/relationships/image"/><Relationship Id="rId18" Target="../media/image246.png" Type="http://schemas.openxmlformats.org/officeDocument/2006/relationships/image"/><Relationship Id="rId19" Target="../media/image265.png" Type="http://schemas.openxmlformats.org/officeDocument/2006/relationships/image"/><Relationship Id="rId2" Target="../media/image251.png" Type="http://schemas.openxmlformats.org/officeDocument/2006/relationships/image"/><Relationship Id="rId3" Target="../media/image252.png" Type="http://schemas.openxmlformats.org/officeDocument/2006/relationships/image"/><Relationship Id="rId4" Target="../media/image253.png" Type="http://schemas.openxmlformats.org/officeDocument/2006/relationships/image"/><Relationship Id="rId5" Target="../media/image92.png" Type="http://schemas.openxmlformats.org/officeDocument/2006/relationships/image"/><Relationship Id="rId6" Target="../media/image238.png" Type="http://schemas.openxmlformats.org/officeDocument/2006/relationships/image"/><Relationship Id="rId7" Target="../media/image254.png" Type="http://schemas.openxmlformats.org/officeDocument/2006/relationships/image"/><Relationship Id="rId8" Target="../media/image255.png" Type="http://schemas.openxmlformats.org/officeDocument/2006/relationships/image"/><Relationship Id="rId9" Target="../media/image25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png" Type="http://schemas.openxmlformats.org/officeDocument/2006/relationships/image"/><Relationship Id="rId11" Target="../media/image273.png" Type="http://schemas.openxmlformats.org/officeDocument/2006/relationships/image"/><Relationship Id="rId12" Target="../media/image274.png" Type="http://schemas.openxmlformats.org/officeDocument/2006/relationships/image"/><Relationship Id="rId13" Target="../media/image275.png" Type="http://schemas.openxmlformats.org/officeDocument/2006/relationships/image"/><Relationship Id="rId14" Target="../media/image276.png" Type="http://schemas.openxmlformats.org/officeDocument/2006/relationships/image"/><Relationship Id="rId15" Target="../media/image277.png" Type="http://schemas.openxmlformats.org/officeDocument/2006/relationships/image"/><Relationship Id="rId16" Target="../media/image278.png" Type="http://schemas.openxmlformats.org/officeDocument/2006/relationships/image"/><Relationship Id="rId17" Target="../media/image279.png" Type="http://schemas.openxmlformats.org/officeDocument/2006/relationships/image"/><Relationship Id="rId18" Target="../media/image280.png" Type="http://schemas.openxmlformats.org/officeDocument/2006/relationships/image"/><Relationship Id="rId19" Target="../media/image281.png" Type="http://schemas.openxmlformats.org/officeDocument/2006/relationships/image"/><Relationship Id="rId2" Target="../media/image266.png" Type="http://schemas.openxmlformats.org/officeDocument/2006/relationships/image"/><Relationship Id="rId20" Target="../media/image282.png" Type="http://schemas.openxmlformats.org/officeDocument/2006/relationships/image"/><Relationship Id="rId21" Target="../media/image283.png" Type="http://schemas.openxmlformats.org/officeDocument/2006/relationships/image"/><Relationship Id="rId3" Target="../media/image267.png" Type="http://schemas.openxmlformats.org/officeDocument/2006/relationships/image"/><Relationship Id="rId4" Target="../media/image92.png" Type="http://schemas.openxmlformats.org/officeDocument/2006/relationships/image"/><Relationship Id="rId5" Target="../media/image12.png" Type="http://schemas.openxmlformats.org/officeDocument/2006/relationships/image"/><Relationship Id="rId6" Target="../media/image268.png" Type="http://schemas.openxmlformats.org/officeDocument/2006/relationships/image"/><Relationship Id="rId7" Target="../media/image269.png" Type="http://schemas.openxmlformats.org/officeDocument/2006/relationships/image"/><Relationship Id="rId8" Target="../media/image270.png" Type="http://schemas.openxmlformats.org/officeDocument/2006/relationships/image"/><Relationship Id="rId9" Target="../media/image27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0.png" Type="http://schemas.openxmlformats.org/officeDocument/2006/relationships/image"/><Relationship Id="rId11" Target="../media/image291.png" Type="http://schemas.openxmlformats.org/officeDocument/2006/relationships/image"/><Relationship Id="rId12" Target="../media/image292.png" Type="http://schemas.openxmlformats.org/officeDocument/2006/relationships/image"/><Relationship Id="rId2" Target="../media/image284.png" Type="http://schemas.openxmlformats.org/officeDocument/2006/relationships/image"/><Relationship Id="rId3" Target="../media/image285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286.png" Type="http://schemas.openxmlformats.org/officeDocument/2006/relationships/image"/><Relationship Id="rId7" Target="../media/image287.png" Type="http://schemas.openxmlformats.org/officeDocument/2006/relationships/image"/><Relationship Id="rId8" Target="../media/image288.png" Type="http://schemas.openxmlformats.org/officeDocument/2006/relationships/image"/><Relationship Id="rId9" Target="../media/image28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105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294.png" Type="http://schemas.openxmlformats.org/officeDocument/2006/relationships/image"/><Relationship Id="rId7" Target="../media/image29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0.png" Type="http://schemas.openxmlformats.org/officeDocument/2006/relationships/image"/><Relationship Id="rId2" Target="../media/image197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296.png" Type="http://schemas.openxmlformats.org/officeDocument/2006/relationships/image"/><Relationship Id="rId7" Target="../media/image297.png" Type="http://schemas.openxmlformats.org/officeDocument/2006/relationships/image"/><Relationship Id="rId8" Target="../media/image298.png" Type="http://schemas.openxmlformats.org/officeDocument/2006/relationships/image"/><Relationship Id="rId9" Target="../media/image299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1.png" Type="http://schemas.openxmlformats.org/officeDocument/2006/relationships/image"/><Relationship Id="rId3" Target="../media/image302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296.png" Type="http://schemas.openxmlformats.org/officeDocument/2006/relationships/image"/><Relationship Id="rId7" Target="../media/image303.png" Type="http://schemas.openxmlformats.org/officeDocument/2006/relationships/image"/><Relationship Id="rId8" Target="../media/image304.png" Type="http://schemas.openxmlformats.org/officeDocument/2006/relationships/image"/><Relationship Id="rId9" Target="../media/image30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0.png" Type="http://schemas.openxmlformats.org/officeDocument/2006/relationships/image"/><Relationship Id="rId2" Target="../media/image153.png" Type="http://schemas.openxmlformats.org/officeDocument/2006/relationships/image"/><Relationship Id="rId3" Target="../media/image306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307.png" Type="http://schemas.openxmlformats.org/officeDocument/2006/relationships/image"/><Relationship Id="rId7" Target="../media/image308.png" Type="http://schemas.openxmlformats.org/officeDocument/2006/relationships/image"/><Relationship Id="rId8" Target="../media/image305.png" Type="http://schemas.openxmlformats.org/officeDocument/2006/relationships/image"/><Relationship Id="rId9" Target="../media/image30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2.png" Type="http://schemas.openxmlformats.org/officeDocument/2006/relationships/image"/><Relationship Id="rId11" Target="../media/image313.png" Type="http://schemas.openxmlformats.org/officeDocument/2006/relationships/image"/><Relationship Id="rId12" Target="../media/image314.png" Type="http://schemas.openxmlformats.org/officeDocument/2006/relationships/image"/><Relationship Id="rId13" Target="../media/image315.png" Type="http://schemas.openxmlformats.org/officeDocument/2006/relationships/image"/><Relationship Id="rId14" Target="../media/image316.png" Type="http://schemas.openxmlformats.org/officeDocument/2006/relationships/image"/><Relationship Id="rId15" Target="../media/image317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307.png" Type="http://schemas.openxmlformats.org/officeDocument/2006/relationships/image"/><Relationship Id="rId7" Target="../media/image134.png" Type="http://schemas.openxmlformats.org/officeDocument/2006/relationships/image"/><Relationship Id="rId8" Target="../media/image131.png" Type="http://schemas.openxmlformats.org/officeDocument/2006/relationships/image"/><Relationship Id="rId9" Target="../media/image31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12.png" Type="http://schemas.openxmlformats.org/officeDocument/2006/relationships/image"/><Relationship Id="rId5" Target="../media/image83.png" Type="http://schemas.openxmlformats.org/officeDocument/2006/relationships/image"/><Relationship Id="rId6" Target="../media/image318.png" Type="http://schemas.openxmlformats.org/officeDocument/2006/relationships/image"/><Relationship Id="rId7" Target="../media/image319.png" Type="http://schemas.openxmlformats.org/officeDocument/2006/relationships/image"/><Relationship Id="rId8" Target="../media/image32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1.png" Type="http://schemas.openxmlformats.org/officeDocument/2006/relationships/image"/><Relationship Id="rId3" Target="../media/image105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322.png" Type="http://schemas.openxmlformats.org/officeDocument/2006/relationships/image"/><Relationship Id="rId7" Target="../media/image323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7.png" Type="http://schemas.openxmlformats.org/officeDocument/2006/relationships/image"/><Relationship Id="rId11" Target="../media/image107.png" Type="http://schemas.openxmlformats.org/officeDocument/2006/relationships/image"/><Relationship Id="rId12" Target="../media/image156.png" Type="http://schemas.openxmlformats.org/officeDocument/2006/relationships/image"/><Relationship Id="rId13" Target="../media/image328.png" Type="http://schemas.openxmlformats.org/officeDocument/2006/relationships/image"/><Relationship Id="rId2" Target="../media/image284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324.png" Type="http://schemas.openxmlformats.org/officeDocument/2006/relationships/image"/><Relationship Id="rId7" Target="../media/image200.png" Type="http://schemas.openxmlformats.org/officeDocument/2006/relationships/image"/><Relationship Id="rId8" Target="../media/image325.png" Type="http://schemas.openxmlformats.org/officeDocument/2006/relationships/image"/><Relationship Id="rId9" Target="../media/image32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1.png" Type="http://schemas.openxmlformats.org/officeDocument/2006/relationships/image"/><Relationship Id="rId11" Target="../media/image336.png" Type="http://schemas.openxmlformats.org/officeDocument/2006/relationships/image"/><Relationship Id="rId2" Target="../media/image329.png" Type="http://schemas.openxmlformats.org/officeDocument/2006/relationships/image"/><Relationship Id="rId3" Target="../media/image330.png" Type="http://schemas.openxmlformats.org/officeDocument/2006/relationships/image"/><Relationship Id="rId4" Target="../media/image331.png" Type="http://schemas.openxmlformats.org/officeDocument/2006/relationships/image"/><Relationship Id="rId5" Target="../media/image293.png" Type="http://schemas.openxmlformats.org/officeDocument/2006/relationships/image"/><Relationship Id="rId6" Target="../media/image332.png" Type="http://schemas.openxmlformats.org/officeDocument/2006/relationships/image"/><Relationship Id="rId7" Target="../media/image333.png" Type="http://schemas.openxmlformats.org/officeDocument/2006/relationships/image"/><Relationship Id="rId8" Target="../media/image334.png" Type="http://schemas.openxmlformats.org/officeDocument/2006/relationships/image"/><Relationship Id="rId9" Target="../media/image33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2.png" Type="http://schemas.openxmlformats.org/officeDocument/2006/relationships/image"/><Relationship Id="rId11" Target="../media/image343.png" Type="http://schemas.openxmlformats.org/officeDocument/2006/relationships/image"/><Relationship Id="rId12" Target="../media/image344.png" Type="http://schemas.openxmlformats.org/officeDocument/2006/relationships/image"/><Relationship Id="rId13" Target="../media/image345.png" Type="http://schemas.openxmlformats.org/officeDocument/2006/relationships/image"/><Relationship Id="rId14" Target="../media/image346.png" Type="http://schemas.openxmlformats.org/officeDocument/2006/relationships/image"/><Relationship Id="rId2" Target="../media/image337.png" Type="http://schemas.openxmlformats.org/officeDocument/2006/relationships/image"/><Relationship Id="rId3" Target="../media/image338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134.png" Type="http://schemas.openxmlformats.org/officeDocument/2006/relationships/image"/><Relationship Id="rId7" Target="../media/image339.png" Type="http://schemas.openxmlformats.org/officeDocument/2006/relationships/image"/><Relationship Id="rId8" Target="../media/image340.png" Type="http://schemas.openxmlformats.org/officeDocument/2006/relationships/image"/><Relationship Id="rId9" Target="../media/image341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2.png" Type="http://schemas.openxmlformats.org/officeDocument/2006/relationships/image"/><Relationship Id="rId2" Target="../media/image347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348.png" Type="http://schemas.openxmlformats.org/officeDocument/2006/relationships/image"/><Relationship Id="rId7" Target="../media/image349.png" Type="http://schemas.openxmlformats.org/officeDocument/2006/relationships/image"/><Relationship Id="rId8" Target="../media/image350.png" Type="http://schemas.openxmlformats.org/officeDocument/2006/relationships/image"/><Relationship Id="rId9" Target="../media/image351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7.png" Type="http://schemas.openxmlformats.org/officeDocument/2006/relationships/image"/><Relationship Id="rId3" Target="../media/image44.png" Type="http://schemas.openxmlformats.org/officeDocument/2006/relationships/image"/><Relationship Id="rId4" Target="../media/image12.png" Type="http://schemas.openxmlformats.org/officeDocument/2006/relationships/image"/><Relationship Id="rId5" Target="../media/image293.png" Type="http://schemas.openxmlformats.org/officeDocument/2006/relationships/image"/><Relationship Id="rId6" Target="../media/image353.png" Type="http://schemas.openxmlformats.org/officeDocument/2006/relationships/image"/><Relationship Id="rId7" Target="../media/image354.png" Type="http://schemas.openxmlformats.org/officeDocument/2006/relationships/image"/><Relationship Id="rId8" Target="../media/image355.png" Type="http://schemas.openxmlformats.org/officeDocument/2006/relationships/image"/><Relationship Id="rId9" Target="../media/image356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4.png" Type="http://schemas.openxmlformats.org/officeDocument/2006/relationships/image"/><Relationship Id="rId11" Target="../media/image276.png" Type="http://schemas.openxmlformats.org/officeDocument/2006/relationships/image"/><Relationship Id="rId12" Target="../media/image365.png" Type="http://schemas.openxmlformats.org/officeDocument/2006/relationships/image"/><Relationship Id="rId13" Target="../media/image366.png" Type="http://schemas.openxmlformats.org/officeDocument/2006/relationships/image"/><Relationship Id="rId2" Target="../media/image357.png" Type="http://schemas.openxmlformats.org/officeDocument/2006/relationships/image"/><Relationship Id="rId3" Target="../media/image358.png" Type="http://schemas.openxmlformats.org/officeDocument/2006/relationships/image"/><Relationship Id="rId4" Target="../media/image12.png" Type="http://schemas.openxmlformats.org/officeDocument/2006/relationships/image"/><Relationship Id="rId5" Target="../media/image359.png" Type="http://schemas.openxmlformats.org/officeDocument/2006/relationships/image"/><Relationship Id="rId6" Target="../media/image360.png" Type="http://schemas.openxmlformats.org/officeDocument/2006/relationships/image"/><Relationship Id="rId7" Target="../media/image361.png" Type="http://schemas.openxmlformats.org/officeDocument/2006/relationships/image"/><Relationship Id="rId8" Target="../media/image362.png" Type="http://schemas.openxmlformats.org/officeDocument/2006/relationships/image"/><Relationship Id="rId9" Target="../media/image363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7.png" Type="http://schemas.openxmlformats.org/officeDocument/2006/relationships/image"/><Relationship Id="rId3" Target="../media/image368.png" Type="http://schemas.openxmlformats.org/officeDocument/2006/relationships/image"/><Relationship Id="rId4" Target="../media/image369.png" Type="http://schemas.openxmlformats.org/officeDocument/2006/relationships/image"/><Relationship Id="rId5" Target="../media/image370.png" Type="http://schemas.openxmlformats.org/officeDocument/2006/relationships/image"/><Relationship Id="rId6" Target="../media/image371.png" Type="http://schemas.openxmlformats.org/officeDocument/2006/relationships/image"/><Relationship Id="rId7" Target="../media/image3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30300" y="11772900"/>
            <a:ext cx="8001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819400"/>
            <a:ext cx="14986000" cy="222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39900" y="11315700"/>
            <a:ext cx="32639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0" y="5486400"/>
            <a:ext cx="17399000" cy="199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89300" y="11595100"/>
            <a:ext cx="36068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405600" y="11595100"/>
            <a:ext cx="36068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19500" y="10160000"/>
            <a:ext cx="215900" cy="21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171700" y="8686800"/>
            <a:ext cx="31115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7099300"/>
            <a:ext cx="213360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73200" y="3924300"/>
            <a:ext cx="215900" cy="21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27000" y="5588000"/>
            <a:ext cx="29210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07600" y="10160000"/>
            <a:ext cx="215900" cy="21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559800" y="8686800"/>
            <a:ext cx="31115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89400" y="10160000"/>
            <a:ext cx="215900" cy="21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5341600" y="8686800"/>
            <a:ext cx="31115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356600" y="3924300"/>
            <a:ext cx="215900" cy="21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997700" y="5588000"/>
            <a:ext cx="29210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392400" y="3924300"/>
            <a:ext cx="215900" cy="215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033500" y="5588000"/>
            <a:ext cx="2921000" cy="50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28800" y="4470400"/>
            <a:ext cx="4965700" cy="571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28800" y="3822700"/>
            <a:ext cx="1828800" cy="431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737600" y="4470400"/>
            <a:ext cx="4965700" cy="571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737600" y="3822700"/>
            <a:ext cx="1828800" cy="43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773400" y="4470400"/>
            <a:ext cx="4965700" cy="571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773400" y="3822700"/>
            <a:ext cx="18288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4000500" y="8001000"/>
            <a:ext cx="5461000" cy="571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000500" y="7353300"/>
            <a:ext cx="1828800" cy="431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388600" y="8001000"/>
            <a:ext cx="4965700" cy="571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388600" y="7353300"/>
            <a:ext cx="1828800" cy="431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170400" y="8001000"/>
            <a:ext cx="49657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7170400" y="7353300"/>
            <a:ext cx="18288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76800" y="6248400"/>
            <a:ext cx="14109700" cy="463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1800" y="3886200"/>
            <a:ext cx="208534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5880100"/>
            <a:ext cx="6908800" cy="73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6819900"/>
            <a:ext cx="6908800" cy="165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8674100"/>
            <a:ext cx="6908800" cy="165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37600" y="5892800"/>
            <a:ext cx="69088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737600" y="6832600"/>
            <a:ext cx="6908800" cy="165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951200" y="6832600"/>
            <a:ext cx="6908800" cy="165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951200" y="8686800"/>
            <a:ext cx="6908800" cy="165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951200" y="5892800"/>
            <a:ext cx="6908800" cy="736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55900" y="5956300"/>
            <a:ext cx="44450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68500" y="6921500"/>
            <a:ext cx="3784600" cy="431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68500" y="7366000"/>
            <a:ext cx="6007100" cy="762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81200" y="8813800"/>
            <a:ext cx="3784600" cy="43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81200" y="9258300"/>
            <a:ext cx="6007100" cy="762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969500" y="5969000"/>
            <a:ext cx="4445000" cy="571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194800" y="6921500"/>
            <a:ext cx="3784600" cy="43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194800" y="7340600"/>
            <a:ext cx="6007100" cy="1143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183100" y="5969000"/>
            <a:ext cx="4445000" cy="571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408400" y="6972300"/>
            <a:ext cx="3784600" cy="431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408400" y="7429500"/>
            <a:ext cx="6007100" cy="381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408400" y="8737600"/>
            <a:ext cx="4203700" cy="431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408400" y="9182100"/>
            <a:ext cx="60071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4610100"/>
            <a:ext cx="21640800" cy="775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48800" y="5372100"/>
            <a:ext cx="54737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4610100"/>
            <a:ext cx="21640800" cy="775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024100" y="5346700"/>
            <a:ext cx="57277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4610100"/>
            <a:ext cx="21640800" cy="775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48800" y="5372100"/>
            <a:ext cx="1082040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4610100"/>
            <a:ext cx="21640800" cy="775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85200" y="4953000"/>
            <a:ext cx="13208000" cy="698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0" y="4546600"/>
            <a:ext cx="10388600" cy="652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30400" y="3606800"/>
            <a:ext cx="9385300" cy="858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97100" y="3937000"/>
            <a:ext cx="9385300" cy="737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44400" y="4152900"/>
            <a:ext cx="103886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57500" y="5410200"/>
            <a:ext cx="18961100" cy="270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356100" y="10833100"/>
            <a:ext cx="58420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563600" y="6769100"/>
            <a:ext cx="8382000" cy="521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5400" y="4508500"/>
            <a:ext cx="21069300" cy="124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3022600" y="4965700"/>
            <a:ext cx="3009900" cy="76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78100" y="7467600"/>
            <a:ext cx="8077200" cy="2540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60700" y="10058400"/>
            <a:ext cx="2413000" cy="266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022600" y="9969500"/>
            <a:ext cx="24511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11500" y="10744200"/>
            <a:ext cx="58420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674600" y="8293100"/>
            <a:ext cx="83820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70200" y="5156200"/>
            <a:ext cx="6083300" cy="457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52100" y="5702300"/>
            <a:ext cx="12141200" cy="115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5392400" y="6108700"/>
            <a:ext cx="3009900" cy="7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64000" y="5867400"/>
            <a:ext cx="44577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03400" y="11468100"/>
            <a:ext cx="99568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20900" y="3606800"/>
            <a:ext cx="9029700" cy="741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20900" y="4953000"/>
            <a:ext cx="8750300" cy="557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544800" y="8686800"/>
            <a:ext cx="5486400" cy="115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452600" y="5549900"/>
            <a:ext cx="7188200" cy="2120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17018000" y="6578600"/>
            <a:ext cx="30099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6300" y="4330700"/>
            <a:ext cx="22313900" cy="383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7464971">
            <a:off x="3746500" y="7340600"/>
            <a:ext cx="3136900" cy="7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5480354">
            <a:off x="7620000" y="7327900"/>
            <a:ext cx="2870200" cy="7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11700" y="8902700"/>
            <a:ext cx="4864100" cy="3530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86100" y="8902700"/>
            <a:ext cx="5105400" cy="3657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7464971">
            <a:off x="14986000" y="7378700"/>
            <a:ext cx="3136900" cy="76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5350425">
            <a:off x="18783300" y="7391400"/>
            <a:ext cx="2997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76500" y="4597400"/>
            <a:ext cx="6845300" cy="41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76500" y="3657600"/>
            <a:ext cx="9245600" cy="684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14600" y="10680700"/>
            <a:ext cx="8547100" cy="189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951200" y="5321300"/>
            <a:ext cx="4800600" cy="326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030200" y="5321300"/>
            <a:ext cx="58420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320000" y="7797800"/>
            <a:ext cx="30734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582900" y="3657600"/>
            <a:ext cx="5842000" cy="469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154400" y="9055100"/>
            <a:ext cx="548640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3505200"/>
            <a:ext cx="10502900" cy="853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92000" y="4546600"/>
            <a:ext cx="103886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57500" y="5410200"/>
            <a:ext cx="18961100" cy="270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11600" y="8851900"/>
            <a:ext cx="58420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22700" y="9779000"/>
            <a:ext cx="5930900" cy="284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06600" y="10033000"/>
            <a:ext cx="5486400" cy="182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7900" y="5816600"/>
            <a:ext cx="12204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3454400" y="6629400"/>
            <a:ext cx="3403600" cy="7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47800" y="4483100"/>
            <a:ext cx="6286500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37600" y="10782300"/>
            <a:ext cx="58420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72200" y="4178300"/>
            <a:ext cx="10401300" cy="533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1506200" y="6819900"/>
            <a:ext cx="5651500" cy="7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27700" y="8978900"/>
            <a:ext cx="58420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58600" y="10071100"/>
            <a:ext cx="11201400" cy="96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909800" y="3162300"/>
            <a:ext cx="7175500" cy="5473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887700" y="5346700"/>
            <a:ext cx="31369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87700" y="6705600"/>
            <a:ext cx="1562100" cy="63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887700" y="5626100"/>
            <a:ext cx="2616200" cy="5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319500" y="8331200"/>
            <a:ext cx="1117600" cy="5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28700" y="4457700"/>
            <a:ext cx="13030200" cy="287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6464300" y="5854700"/>
            <a:ext cx="44577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6129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52900" y="3848100"/>
            <a:ext cx="6578600" cy="764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214100" y="4648200"/>
            <a:ext cx="5486400" cy="4991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3284200" y="6731000"/>
            <a:ext cx="4457700" cy="7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12750800" y="6731000"/>
            <a:ext cx="4457700" cy="76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4900" y="5791200"/>
            <a:ext cx="9817100" cy="3340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39100" y="5956300"/>
            <a:ext cx="288290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1000" y="10553700"/>
            <a:ext cx="99568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58900" y="8699500"/>
            <a:ext cx="54864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489200" y="3822700"/>
            <a:ext cx="8902700" cy="636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58900" y="4673600"/>
            <a:ext cx="5486400" cy="279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7462500" y="6032500"/>
            <a:ext cx="30099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6200" y="4013200"/>
            <a:ext cx="20459700" cy="377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5280272">
            <a:off x="7226300" y="7327900"/>
            <a:ext cx="3035300" cy="7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7464971">
            <a:off x="4356100" y="7327900"/>
            <a:ext cx="3136900" cy="7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67100" y="8851900"/>
            <a:ext cx="7518400" cy="3594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5280272">
            <a:off x="15798800" y="7366000"/>
            <a:ext cx="3035300" cy="7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7464971">
            <a:off x="12915900" y="7353300"/>
            <a:ext cx="3136900" cy="76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611100" y="8991600"/>
            <a:ext cx="7137400" cy="3441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467100" y="12103100"/>
            <a:ext cx="55245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46000" y="12103100"/>
            <a:ext cx="55245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81300" y="3429000"/>
            <a:ext cx="58420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951200" y="5321300"/>
            <a:ext cx="4800600" cy="326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30200" y="5321300"/>
            <a:ext cx="58420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320000" y="7670800"/>
            <a:ext cx="3289300" cy="46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93900" y="3695700"/>
            <a:ext cx="10198100" cy="511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76300" y="8813800"/>
            <a:ext cx="9652000" cy="48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73300" y="9880600"/>
            <a:ext cx="9296400" cy="189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538700" y="10401300"/>
            <a:ext cx="5842000" cy="1422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706600" y="4165600"/>
            <a:ext cx="7404100" cy="876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268200" y="9448800"/>
            <a:ext cx="5486400" cy="3327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49500" y="3505200"/>
            <a:ext cx="8572500" cy="8585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039600" y="4457700"/>
            <a:ext cx="103886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57500" y="4775200"/>
            <a:ext cx="18961100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29800" y="8737600"/>
            <a:ext cx="24892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46900" y="9652000"/>
            <a:ext cx="59309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43000" y="8737600"/>
            <a:ext cx="29845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67100" y="4102100"/>
            <a:ext cx="15798800" cy="426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0172700" y="6362700"/>
            <a:ext cx="5346700" cy="7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0629900" y="6362700"/>
            <a:ext cx="5346700" cy="76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74700" y="9652000"/>
            <a:ext cx="59309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1000" y="10553700"/>
            <a:ext cx="99568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63800" y="4470400"/>
            <a:ext cx="9144000" cy="553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58900" y="9232900"/>
            <a:ext cx="54864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0" y="4622800"/>
            <a:ext cx="6934200" cy="383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6967200" y="6477000"/>
            <a:ext cx="41021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14986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63800" y="3873500"/>
            <a:ext cx="8928100" cy="471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11163300"/>
            <a:ext cx="99568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58700" y="3873500"/>
            <a:ext cx="9537700" cy="6680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58700" y="10515600"/>
            <a:ext cx="62230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85700" y="4241800"/>
            <a:ext cx="21336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73400" y="8915400"/>
            <a:ext cx="74168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14986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35400" y="11239500"/>
            <a:ext cx="15481300" cy="132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0" y="3454400"/>
            <a:ext cx="20637500" cy="749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828800" y="7200900"/>
            <a:ext cx="79883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0500" y="10502900"/>
            <a:ext cx="9956800" cy="889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90800" y="3670300"/>
            <a:ext cx="8382000" cy="398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60700" y="8166100"/>
            <a:ext cx="6515100" cy="167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327400" y="5638800"/>
            <a:ext cx="21590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352800" y="5372100"/>
            <a:ext cx="21590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279900" y="8661400"/>
            <a:ext cx="51689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38100" y="3911600"/>
            <a:ext cx="9423400" cy="6654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38100" y="10566400"/>
            <a:ext cx="61214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4876800"/>
            <a:ext cx="21221700" cy="3759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76700" y="10363200"/>
            <a:ext cx="15481300" cy="132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6375400" y="6794500"/>
            <a:ext cx="4648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4986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37100" y="3962400"/>
            <a:ext cx="30099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56000" y="4038600"/>
            <a:ext cx="30099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74900" y="9182100"/>
            <a:ext cx="7747000" cy="91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67100" y="10655300"/>
            <a:ext cx="6565900" cy="132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96900" y="9169400"/>
            <a:ext cx="82931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84300" y="10655300"/>
            <a:ext cx="7708900" cy="88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253200" y="1600200"/>
            <a:ext cx="4279900" cy="3568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65500" y="1600200"/>
            <a:ext cx="3009900" cy="44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92200" y="4813300"/>
            <a:ext cx="10782300" cy="403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7226300" y="6769100"/>
            <a:ext cx="4648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6070600" y="6769100"/>
            <a:ext cx="4648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388600" y="8559800"/>
            <a:ext cx="901700" cy="292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661900" y="5359400"/>
            <a:ext cx="10541000" cy="3340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6200000">
            <a:off x="18402300" y="6972300"/>
            <a:ext cx="3683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4986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95800" y="3162300"/>
            <a:ext cx="30099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32100" y="4229100"/>
            <a:ext cx="30099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66900" y="10337800"/>
            <a:ext cx="8623300" cy="124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3900" y="3708400"/>
            <a:ext cx="8356600" cy="660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2540000" y="6959600"/>
            <a:ext cx="6819900" cy="7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36600" y="10020300"/>
            <a:ext cx="8280400" cy="927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690600" y="5257800"/>
            <a:ext cx="7137400" cy="447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6103600" y="7543800"/>
            <a:ext cx="5181600" cy="76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05100" y="11607800"/>
            <a:ext cx="7340600" cy="132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042900" y="11176000"/>
            <a:ext cx="9055100" cy="132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253200" y="1600200"/>
            <a:ext cx="4279900" cy="3568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065500" y="1600200"/>
            <a:ext cx="3009900" cy="444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737600" y="6350000"/>
            <a:ext cx="1117600" cy="508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816600" y="5080000"/>
            <a:ext cx="1117600" cy="50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740400" y="9664700"/>
            <a:ext cx="11176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14986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29400" y="3505200"/>
            <a:ext cx="8077200" cy="87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40300" y="5969000"/>
            <a:ext cx="1066800" cy="106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" y="5080000"/>
            <a:ext cx="29718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725900" y="5080000"/>
            <a:ext cx="29718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46200" y="7340600"/>
            <a:ext cx="29718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25900" y="7340600"/>
            <a:ext cx="2971800" cy="66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80300" y="4749800"/>
            <a:ext cx="60706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962400" y="5969000"/>
            <a:ext cx="1066800" cy="106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09900" y="5969000"/>
            <a:ext cx="1066800" cy="1066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21200" y="5969000"/>
            <a:ext cx="1066800" cy="1066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880100" y="5969000"/>
            <a:ext cx="1066800" cy="1066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794500" y="5969000"/>
            <a:ext cx="1066800" cy="1066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734300" y="5969000"/>
            <a:ext cx="1066800" cy="1066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661400" y="5969000"/>
            <a:ext cx="1066800" cy="1066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639300" y="5969000"/>
            <a:ext cx="1066800" cy="1066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66400" y="5969000"/>
            <a:ext cx="1066800" cy="1066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06200" y="5969000"/>
            <a:ext cx="1066800" cy="1066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58700" y="5969000"/>
            <a:ext cx="1066800" cy="1066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85800" y="5969000"/>
            <a:ext cx="1066800" cy="1066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351000" y="5969000"/>
            <a:ext cx="1066800" cy="1066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03500" y="5969000"/>
            <a:ext cx="1066800" cy="1066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68700" y="5969000"/>
            <a:ext cx="1066800" cy="1066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513300" y="5803900"/>
            <a:ext cx="1409700" cy="1409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33600" y="5803900"/>
            <a:ext cx="1409700" cy="1409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46200" y="8001000"/>
            <a:ext cx="2971800" cy="660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433800" y="8001000"/>
            <a:ext cx="3543300" cy="660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627100" y="9855200"/>
            <a:ext cx="6362700" cy="571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160000" y="10668000"/>
            <a:ext cx="13081000" cy="1955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77900" y="9626600"/>
            <a:ext cx="8991600" cy="2641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894300" y="1651000"/>
            <a:ext cx="54864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44400" y="4152900"/>
            <a:ext cx="10388600" cy="447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1500" y="3911600"/>
            <a:ext cx="9245600" cy="7518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2900" y="8089900"/>
            <a:ext cx="3124200" cy="1079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81300" y="3505200"/>
            <a:ext cx="1993900" cy="355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9300" y="7493000"/>
            <a:ext cx="1993900" cy="355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810000" y="3352800"/>
            <a:ext cx="31242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57500" y="5410200"/>
            <a:ext cx="18961100" cy="270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4343400"/>
            <a:ext cx="19367500" cy="427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840700" y="8102600"/>
            <a:ext cx="5207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99700" y="10121900"/>
            <a:ext cx="6235700" cy="1511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57800" y="9017000"/>
            <a:ext cx="421640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95700" y="3365500"/>
            <a:ext cx="4953000" cy="922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92000" y="6515100"/>
            <a:ext cx="8242300" cy="1892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695700" y="12192000"/>
            <a:ext cx="1676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8153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68400" y="5461000"/>
            <a:ext cx="22009100" cy="2387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04300" y="7340600"/>
            <a:ext cx="16764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80800" y="9626600"/>
            <a:ext cx="5969000" cy="194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71900" y="8686800"/>
            <a:ext cx="50419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8153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30500" y="3505200"/>
            <a:ext cx="58420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951200" y="5321300"/>
            <a:ext cx="4800600" cy="326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169900" y="5321300"/>
            <a:ext cx="58420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89800" y="7645400"/>
            <a:ext cx="30734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749800" y="3340100"/>
            <a:ext cx="6654800" cy="911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646400" y="4267200"/>
            <a:ext cx="5486400" cy="774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011400" y="9359900"/>
            <a:ext cx="5486400" cy="255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559300" y="12065000"/>
            <a:ext cx="19050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309600" y="6959600"/>
            <a:ext cx="47625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44400" y="4152900"/>
            <a:ext cx="10388600" cy="447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32000" y="3987800"/>
            <a:ext cx="9194800" cy="7048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57500" y="5410200"/>
            <a:ext cx="18961100" cy="462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36700" y="1993900"/>
            <a:ext cx="231267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81800" y="6184900"/>
            <a:ext cx="24892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50800" y="5778500"/>
            <a:ext cx="8610600" cy="176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8100" y="4203700"/>
            <a:ext cx="20878800" cy="132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3403600" y="4800600"/>
            <a:ext cx="2349500" cy="76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05400" y="11404600"/>
            <a:ext cx="5842000" cy="46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188700" y="11049000"/>
            <a:ext cx="112014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0700" y="7975600"/>
            <a:ext cx="10287000" cy="227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6667500" y="9067800"/>
            <a:ext cx="2349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1000" y="10553700"/>
            <a:ext cx="99568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706600" y="9563100"/>
            <a:ext cx="5486400" cy="100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58800" y="5588000"/>
            <a:ext cx="7962900" cy="254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18389600" y="6819900"/>
            <a:ext cx="4102100" cy="76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82800" y="4699000"/>
            <a:ext cx="9080500" cy="4635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30500" y="3505200"/>
            <a:ext cx="58420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86100" y="4229100"/>
            <a:ext cx="5486400" cy="838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4000" y="4699000"/>
            <a:ext cx="11176000" cy="5537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46300" y="3505200"/>
            <a:ext cx="7607300" cy="93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909300" y="10236200"/>
            <a:ext cx="6540500" cy="142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50900" y="5765800"/>
            <a:ext cx="9867900" cy="2717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627600" y="6629400"/>
            <a:ext cx="5588000" cy="1066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373600" y="9182100"/>
            <a:ext cx="5486400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8267700"/>
            <a:ext cx="5842000" cy="331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47900" y="3835400"/>
            <a:ext cx="5981700" cy="340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34500" y="3390900"/>
            <a:ext cx="5727700" cy="621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951200" y="3390900"/>
            <a:ext cx="5397500" cy="91313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951200" y="5372100"/>
            <a:ext cx="5842000" cy="331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58100" y="3771900"/>
            <a:ext cx="7416800" cy="829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55800" y="4864100"/>
            <a:ext cx="5486400" cy="33401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3898900"/>
            <a:ext cx="11239500" cy="287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12400" y="7772400"/>
            <a:ext cx="12547600" cy="433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118100" y="4864100"/>
            <a:ext cx="7150100" cy="154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766800" y="3797300"/>
            <a:ext cx="9093200" cy="295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07900" y="4762500"/>
            <a:ext cx="1409700" cy="140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578100" y="8293100"/>
            <a:ext cx="6159500" cy="3314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238500" y="8737600"/>
            <a:ext cx="43561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9E4E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2000" y="762000"/>
            <a:ext cx="44958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62000"/>
            <a:ext cx="6019800" cy="1181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" y="1524000"/>
            <a:ext cx="22860000" cy="11430000"/>
          </a:xfrm>
          <a:prstGeom prst="rect">
            <a:avLst/>
          </a:prstGeom>
          <a:effectLst>
            <a:outerShdw dir="2700000" dist="175846" blurRad="457200">
              <a:srgbClr val="000000">
                <a:alpha val="21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" y="927100"/>
            <a:ext cx="5410200" cy="43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2019300"/>
            <a:ext cx="201168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4978400"/>
            <a:ext cx="22301200" cy="4533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